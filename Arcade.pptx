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Syne Extra Bold"/>
      <p:regular r:id="rId17"/>
    </p:embeddedFont>
    <p:embeddedFont>
      <p:font typeface="Syne"/>
      <p:regular r:id="rId18"/>
    </p:embeddedFont>
    <p:embeddedFont>
      <p:font typeface="Syne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slideLayout" Target="../slideLayouts/slideLayout7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slideLayout" Target="../slideLayouts/slideLayout10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93683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Разработка игры Galaxy Runner на Python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301966"/>
            <a:ext cx="130428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Аркадный 2D-платформер на библиотеке Arcade</a:t>
            </a:r>
            <a:endParaRPr lang="en-US" sz="3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81964"/>
            <a:ext cx="1191494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Концепция игры Galaxy Runner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4437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Galaxy Runner — это динамичный 2D-платформер, разработанный для увлекательного космического приключения.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4162425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224" y="43968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Жанр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224" y="4887278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Аркадный 2D-платформер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4162425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51396" y="43968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Цель игры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51396" y="4887278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Сбор монет, прохождение уровней, установка рекордов.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0133" y="4162425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4568" y="43968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Атмосфера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74568" y="4887278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Захватывающее космическое приключение.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64112"/>
            <a:ext cx="120585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Технологии, использованные в проекте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39866"/>
            <a:ext cx="4349115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Основные инструменты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391972"/>
            <a:ext cx="6244709" cy="725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Язык программирования: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Python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Игровая библиотека: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Arcade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34463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Архитектура кода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793790" y="4996740"/>
            <a:ext cx="6244709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ООП: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Использование классов для игрока, врагов, экранов.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Работа с файлами: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Сохранение рекордов.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Объем кода: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700+ строк.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36168" y="2513052"/>
            <a:ext cx="6571417" cy="4252436"/>
          </a:xfrm>
          <a:prstGeom prst="roundRect">
            <a:avLst>
              <a:gd name="adj" fmla="val 3841"/>
            </a:avLst>
          </a:prstGeom>
          <a:solidFill>
            <a:srgbClr val="A9F00F">
              <a:alpha val="9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662982" y="2739866"/>
            <a:ext cx="514802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Почему Python и Arcade?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62982" y="3321010"/>
            <a:ext cx="611778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Python был выбран за его простоту и мощь, а библиотека Arcade предоставила все необходимые инструменты для быстрой разработки 2D-игр, позволяя сосредоточиться на геймплее и логике.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8083"/>
            <a:ext cx="741390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Геймплейные механики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360652"/>
            <a:ext cx="6407944" cy="2403396"/>
          </a:xfrm>
          <a:prstGeom prst="roundRect">
            <a:avLst>
              <a:gd name="adj" fmla="val 6087"/>
            </a:avLst>
          </a:prstGeom>
          <a:solidFill>
            <a:srgbClr val="152025">
              <a:alpha val="9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330172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A9F00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540" y="202049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A9F00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61614" y="2224564"/>
            <a:ext cx="272177" cy="27217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084" y="29276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Двойной прыжок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51084" y="3418046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Позволяет игроку преодолевать сложные препятствия и достигать труднодоступных мест.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428548" y="2360652"/>
            <a:ext cx="6408063" cy="2403396"/>
          </a:xfrm>
          <a:prstGeom prst="roundRect">
            <a:avLst>
              <a:gd name="adj" fmla="val 6087"/>
            </a:avLst>
          </a:prstGeom>
          <a:solidFill>
            <a:srgbClr val="152025">
              <a:alpha val="95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7428548" y="2330172"/>
            <a:ext cx="6408063" cy="121920"/>
          </a:xfrm>
          <a:prstGeom prst="roundRect">
            <a:avLst>
              <a:gd name="adj" fmla="val 78139"/>
            </a:avLst>
          </a:prstGeom>
          <a:solidFill>
            <a:srgbClr val="A9F00F"/>
          </a:solidFill>
          <a:ln/>
        </p:spPr>
      </p:sp>
      <p:sp>
        <p:nvSpPr>
          <p:cNvPr id="11" name="Shape 8"/>
          <p:cNvSpPr/>
          <p:nvPr/>
        </p:nvSpPr>
        <p:spPr>
          <a:xfrm>
            <a:off x="10292298" y="202049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A9F00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96371" y="2224564"/>
            <a:ext cx="272177" cy="27217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85842" y="2927628"/>
            <a:ext cx="34622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Патрулирующие враги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7685842" y="3418046"/>
            <a:ext cx="589347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Разнообразные противники с заданными маршрутами движения, требующие тактического подхода.</a:t>
            </a:r>
            <a:endParaRPr lang="en-US" sz="1750" dirty="0"/>
          </a:p>
        </p:txBody>
      </p:sp>
      <p:sp>
        <p:nvSpPr>
          <p:cNvPr id="15" name="Shape 11"/>
          <p:cNvSpPr/>
          <p:nvPr/>
        </p:nvSpPr>
        <p:spPr>
          <a:xfrm>
            <a:off x="793790" y="5331023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152025">
              <a:alpha val="95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793790" y="5300543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A9F00F"/>
          </a:solidFill>
          <a:ln/>
        </p:spPr>
      </p:sp>
      <p:sp>
        <p:nvSpPr>
          <p:cNvPr id="17" name="Shape 13"/>
          <p:cNvSpPr/>
          <p:nvPr/>
        </p:nvSpPr>
        <p:spPr>
          <a:xfrm>
            <a:off x="3657540" y="499086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A9F00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614" y="5194935"/>
            <a:ext cx="272177" cy="27217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51084" y="58979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Шипы и ловушки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1051084" y="6388417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Опасные элементы окружения, добавляющие сложности и требующие точности движений.</a:t>
            </a:r>
            <a:endParaRPr lang="en-US" sz="1750" dirty="0"/>
          </a:p>
        </p:txBody>
      </p:sp>
      <p:sp>
        <p:nvSpPr>
          <p:cNvPr id="21" name="Shape 16"/>
          <p:cNvSpPr/>
          <p:nvPr/>
        </p:nvSpPr>
        <p:spPr>
          <a:xfrm>
            <a:off x="7428548" y="5331023"/>
            <a:ext cx="6408063" cy="2040493"/>
          </a:xfrm>
          <a:prstGeom prst="roundRect">
            <a:avLst>
              <a:gd name="adj" fmla="val 7170"/>
            </a:avLst>
          </a:prstGeom>
          <a:solidFill>
            <a:srgbClr val="152025">
              <a:alpha val="95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7428548" y="5300543"/>
            <a:ext cx="6408063" cy="121920"/>
          </a:xfrm>
          <a:prstGeom prst="roundRect">
            <a:avLst>
              <a:gd name="adj" fmla="val 78139"/>
            </a:avLst>
          </a:prstGeom>
          <a:solidFill>
            <a:srgbClr val="A9F00F"/>
          </a:solidFill>
          <a:ln/>
        </p:spPr>
      </p:sp>
      <p:sp>
        <p:nvSpPr>
          <p:cNvPr id="23" name="Shape 18"/>
          <p:cNvSpPr/>
          <p:nvPr/>
        </p:nvSpPr>
        <p:spPr>
          <a:xfrm>
            <a:off x="10292298" y="499086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A9F00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96371" y="5194935"/>
            <a:ext cx="272177" cy="27217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685842" y="58979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Сбор бонусов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7685842" y="6388417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Монеты и другие предметы, которые игрок собирает для увеличения очков и прогресса.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70221"/>
            <a:ext cx="758487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Система жизней и очков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4597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Жизни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698081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Игрок начинает с определенным количеством жизней. Столкновение с врагами или ловушками приводит к потере жизни.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04597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Очки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7599521" y="3698081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Очки начисляются за сбор монет и прохождение уровней. Цель — набрать как можно больше очков и установить новый рекорд.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331023"/>
            <a:ext cx="5463421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Камера, следящая за игроком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793790" y="609647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Динамическая камера обеспечивает плавное следование за персонажем, улучшая погружение в игровой процесс.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90499"/>
            <a:ext cx="664142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Интерфейс и графика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3252907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Стартовое меню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44253" y="3743325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Интуитивно понятное меню для начала игры, настроек и просмотра рекордов.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3252907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07348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HUD в игре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307348" y="3743325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Отображение текущих жизней, очков и других важных игровых параметров.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4922758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44253" y="4922758"/>
            <a:ext cx="422457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Экраны победы/поражения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644253" y="5413177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Четкие и информативные экраны, сообщающие о завершении уровня или игры.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56884" y="4922758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07348" y="4922758"/>
            <a:ext cx="388870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Анимированные спрайты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8307348" y="5413177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Плавная анимация персонажа и врагов для создания живого и динамичного мира.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14438"/>
            <a:ext cx="1075610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Технические вызовы и их решения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76845"/>
            <a:ext cx="4347567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3510915"/>
            <a:ext cx="389393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Проблема со звуком на macOS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20604" y="4355663"/>
            <a:ext cx="389393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В процессе разработки была обнаружена проблема с воспроизведением звука на операционной системе macOS.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357" y="2376845"/>
            <a:ext cx="4347567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68171" y="3510915"/>
            <a:ext cx="389393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Разработка SoundManager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368171" y="4355663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Для решения этой проблемы был разработан собственный звуковой менеджер (SoundManager).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8924" y="2376845"/>
            <a:ext cx="4347567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5738" y="3510915"/>
            <a:ext cx="29266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Успешное решение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715738" y="4001333"/>
            <a:ext cx="389393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SoundManager обеспечил стабильное и корректное воспроизведение звука на всех платформах.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793790" y="628923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Этот опыт подчеркнул важность глубокого понимания системных особенностей и умения находить нестандартные решения.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06516"/>
            <a:ext cx="722316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Заключение по проекту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133951" y="4024074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Проект "Galaxy Runner" успешно завершен и соответствует всем поставленным критериям.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1133951" y="4642128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Мы продемонстрировали навыки в программировании на Python, использовании библиотеки Arcade, применении ООП и решении технических проблем.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3768923"/>
            <a:ext cx="30480" cy="1854160"/>
          </a:xfrm>
          <a:prstGeom prst="rect">
            <a:avLst/>
          </a:prstGeom>
          <a:solidFill>
            <a:srgbClr val="A9F00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4688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Планы на будущее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909292"/>
            <a:ext cx="6407944" cy="2955250"/>
          </a:xfrm>
          <a:prstGeom prst="roundRect">
            <a:avLst>
              <a:gd name="adj" fmla="val 3224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224" y="314372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A9F00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5390" y="3330773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4050983"/>
            <a:ext cx="29116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Добавление боссов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4541401"/>
            <a:ext cx="593907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Разработка уникальных и сложных боссов для каждого уровня, чтобы увеличить реиграбельность и сложность игры.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2909292"/>
            <a:ext cx="6408063" cy="2955250"/>
          </a:xfrm>
          <a:prstGeom prst="roundRect">
            <a:avLst>
              <a:gd name="adj" fmla="val 3224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62982" y="314372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A9F00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50148" y="3330773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62982" y="4050983"/>
            <a:ext cx="31645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Внедрение магазина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62982" y="4541401"/>
            <a:ext cx="59391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Создание внутриигрового магазина, где игроки смогут приобретать улучшения, скины или новые способности за собранные монеты.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793790" y="61196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Эти улучшения значительно расширят игровой опыт и сделают Galaxy Runner еще более увлекательной.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71412"/>
            <a:ext cx="678930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Спасибо за внимание!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20353"/>
            <a:ext cx="13042821" cy="293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A9F00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Galaxy Runner</a:t>
            </a:r>
            <a:pPr algn="l" indent="0" marL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 - ваш путь к космическим приключениям!</a:t>
            </a:r>
            <a:endParaRPr lang="en-US" sz="6150" dirty="0"/>
          </a:p>
        </p:txBody>
      </p:sp>
      <p:sp>
        <p:nvSpPr>
          <p:cNvPr id="4" name="Text 2"/>
          <p:cNvSpPr/>
          <p:nvPr/>
        </p:nvSpPr>
        <p:spPr>
          <a:xfrm>
            <a:off x="793790" y="609516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Мы готовы ответить на ваши вопросы.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2026-02-09T21:39:46Z</dcterms:created>
  <dcterms:modified xsi:type="dcterms:W3CDTF">2026-02-09T21:39:46Z</dcterms:modified>
</cp:coreProperties>
</file>